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sz="half" idx="1" hasCustomPrompt="0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 hidden="0"/>
          <p:cNvSpPr>
            <a:spLocks noGrp="1"/>
          </p:cNvSpPr>
          <p:nvPr isPhoto="0" userDrawn="0">
            <p:ph sz="half" idx="2" hasCustomPrompt="0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 hidden="0"/>
          <p:cNvSpPr>
            <a:spLocks noGrp="1"/>
          </p:cNvSpPr>
          <p:nvPr isPhoto="0" userDrawn="0">
            <p:ph type="body" sz="quarter" idx="3" hasCustomPrompt="0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 hidden="0"/>
          <p:cNvSpPr>
            <a:spLocks noGrp="1"/>
          </p:cNvSpPr>
          <p:nvPr isPhoto="0" userDrawn="0">
            <p:ph sz="quarter" idx="4" hasCustomPrompt="0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 hidden="0"/>
          <p:cNvSpPr>
            <a:spLocks noGrp="1"/>
          </p:cNvSpPr>
          <p:nvPr isPhoto="0" userDrawn="0">
            <p:ph type="pic" idx="1" hasCustomPrompt="0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 hidden="0"/>
          <p:cNvSpPr>
            <a:spLocks noGrp="1"/>
          </p:cNvSpPr>
          <p:nvPr isPhoto="0" userDrawn="0">
            <p:ph type="body" sz="half" idx="2" hasCustomPrompt="0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 hidden="0"/>
          <p:cNvSpPr>
            <a:spLocks noGrp="1"/>
          </p:cNvSpPr>
          <p:nvPr isPhoto="0" userDrawn="0">
            <p:ph type="title" orient="vert" hasCustomPrompt="0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 hidden="0"/>
          <p:cNvSpPr>
            <a:spLocks noGrp="1"/>
          </p:cNvSpPr>
          <p:nvPr isPhoto="0" userDrawn="0">
            <p:ph type="body" orient="vert" idx="1" hasCustomPrompt="0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10" hasCustomPrompt="0"/>
          </p:nvPr>
        </p:nvSpPr>
        <p:spPr bwMode="auto"/>
        <p:txBody>
          <a:bodyPr/>
          <a:lstStyle/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11" hasCustomPrompt="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12" hasCustomPrompt="0"/>
          </p:nvPr>
        </p:nvSpPr>
        <p:spPr bwMode="auto"/>
        <p:txBody>
          <a:bodyPr/>
          <a:lstStyle/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 hidden="0"/>
          <p:cNvSpPr>
            <a:spLocks noGrp="1"/>
          </p:cNvSpPr>
          <p:nvPr isPhoto="0" userDrawn="0">
            <p:ph type="body" idx="1" hasCustomPrompt="0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 hidden="0"/>
          <p:cNvSpPr>
            <a:spLocks noGrp="1"/>
          </p:cNvSpPr>
          <p:nvPr isPhoto="0" userDrawn="0">
            <p:ph type="dt" sz="half" idx="2" hasCustomPrompt="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843993E-0E1C-4160-AD1A-AE9D8A4DBD57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 hidden="0"/>
          <p:cNvSpPr>
            <a:spLocks noGrp="1"/>
          </p:cNvSpPr>
          <p:nvPr isPhoto="0" userDrawn="0">
            <p:ph type="ftr" sz="quarter" idx="3" hasCustomPrompt="0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 hidden="0"/>
          <p:cNvSpPr>
            <a:spLocks noGrp="1"/>
          </p:cNvSpPr>
          <p:nvPr isPhoto="0" userDrawn="0">
            <p:ph type="sldNum" sz="quarter" idx="4" hasCustomPrompt="0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718E2A4-747E-4398-B621-C68F4F429F5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ctrTitle" hasCustomPrompt="0"/>
          </p:nvPr>
        </p:nvSpPr>
        <p:spPr bwMode="auto">
          <a:xfrm>
            <a:off x="7620000" y="5809673"/>
            <a:ext cx="4572000" cy="69287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Григорьева Арина </a:t>
            </a:r>
            <a:endParaRPr lang="ru-RU" sz="3200"/>
          </a:p>
        </p:txBody>
      </p:sp>
      <p:sp>
        <p:nvSpPr>
          <p:cNvPr id="3" name="Подзаголовок 2" hidden="0"/>
          <p:cNvSpPr>
            <a:spLocks noGrp="1"/>
          </p:cNvSpPr>
          <p:nvPr isPhoto="0" userDrawn="0">
            <p:ph type="subTitle" idx="1" hasCustomPrompt="0"/>
          </p:nvPr>
        </p:nvSpPr>
        <p:spPr bwMode="auto">
          <a:xfrm>
            <a:off x="1450110" y="2392075"/>
            <a:ext cx="9144000" cy="165576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6000">
                <a:latin typeface="Candara Light"/>
              </a:rPr>
              <a:t>ГЕОМЕТРИЧЕСКИЕ ФИГУРЫ</a:t>
            </a:r>
            <a:endParaRPr lang="ru-RU" sz="6000">
              <a:latin typeface="Candara Light"/>
            </a:endParaRPr>
          </a:p>
        </p:txBody>
      </p:sp>
      <p:sp>
        <p:nvSpPr>
          <p:cNvPr id="5" name="Ромб 4" hidden="0"/>
          <p:cNvSpPr/>
          <p:nvPr isPhoto="0" userDrawn="0"/>
        </p:nvSpPr>
        <p:spPr bwMode="auto">
          <a:xfrm>
            <a:off x="10224654" y="628073"/>
            <a:ext cx="1551709" cy="1948872"/>
          </a:xfrm>
          <a:prstGeom prst="diamon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Прямоугольник 5" hidden="0"/>
          <p:cNvSpPr/>
          <p:nvPr isPhoto="0" userDrawn="0"/>
        </p:nvSpPr>
        <p:spPr bwMode="auto">
          <a:xfrm>
            <a:off x="1274618" y="1459345"/>
            <a:ext cx="3574473" cy="200429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Овал 6" hidden="0"/>
          <p:cNvSpPr/>
          <p:nvPr isPhoto="0" userDrawn="0"/>
        </p:nvSpPr>
        <p:spPr bwMode="auto">
          <a:xfrm>
            <a:off x="4414982" y="4221018"/>
            <a:ext cx="1413163" cy="137621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Равнобедренный треугольник 7" hidden="0"/>
          <p:cNvSpPr/>
          <p:nvPr isPhoto="0" userDrawn="0"/>
        </p:nvSpPr>
        <p:spPr bwMode="auto">
          <a:xfrm>
            <a:off x="6622473" y="628073"/>
            <a:ext cx="1089891" cy="1662545"/>
          </a:xfrm>
          <a:prstGeom prst="triangle">
            <a:avLst>
              <a:gd name="adj" fmla="val 50000"/>
            </a:avLst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Ромб 8" hidden="0"/>
          <p:cNvSpPr/>
          <p:nvPr isPhoto="0" userDrawn="0"/>
        </p:nvSpPr>
        <p:spPr bwMode="auto">
          <a:xfrm>
            <a:off x="840509" y="5680220"/>
            <a:ext cx="868218" cy="785091"/>
          </a:xfrm>
          <a:prstGeom prst="diamond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Идея проекта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838200" y="1825625"/>
            <a:ext cx="6864927" cy="4351338"/>
          </a:xfrm>
        </p:spPr>
        <p:txBody>
          <a:bodyPr/>
          <a:lstStyle/>
          <a:p>
            <a:pPr>
              <a:defRPr/>
            </a:pPr>
            <a:r>
              <a:rPr lang="ru-RU"/>
              <a:t>Ознакомить школьников с геометрическими фигурами и их свойствами</a:t>
            </a:r>
            <a:endParaRPr/>
          </a:p>
          <a:p>
            <a:pPr>
              <a:defRPr/>
            </a:pPr>
            <a:r>
              <a:rPr lang="ru-RU"/>
              <a:t>Помощь школьнику в самостоятельном изучении геометрии</a:t>
            </a:r>
            <a:endParaRPr lang="ru-RU"/>
          </a:p>
        </p:txBody>
      </p:sp>
      <p:pic>
        <p:nvPicPr>
          <p:cNvPr id="4" name="Рисунок 3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7882884" y="1027906"/>
            <a:ext cx="3223722" cy="36781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517236" y="1511588"/>
            <a:ext cx="6345381" cy="342063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Обучающая </a:t>
            </a:r>
            <a:r>
              <a:rPr lang="ru-RU"/>
              <a:t>программа</a:t>
            </a:r>
            <a:r>
              <a:rPr lang="ru-RU"/>
              <a:t>, включающая </a:t>
            </a:r>
            <a:r>
              <a:rPr lang="ru-RU"/>
              <a:t>в себя наличие информации, а также тест, проверяющий знание усвоенного материала. Имеется возможность сравнения рейтинга учеников.</a:t>
            </a:r>
            <a:endParaRPr lang="ru-RU"/>
          </a:p>
        </p:txBody>
      </p:sp>
      <p:sp>
        <p:nvSpPr>
          <p:cNvPr id="2" name="TextBox 1" hidden="0"/>
          <p:cNvSpPr txBox="1"/>
          <p:nvPr isPhoto="0" userDrawn="0"/>
        </p:nvSpPr>
        <p:spPr bwMode="auto">
          <a:xfrm>
            <a:off x="517237" y="323273"/>
            <a:ext cx="25227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4800"/>
              <a:t>Решение</a:t>
            </a:r>
            <a:endParaRPr lang="ru-RU" sz="4800"/>
          </a:p>
        </p:txBody>
      </p:sp>
      <p:pic>
        <p:nvPicPr>
          <p:cNvPr id="4" name="Рисунок 3" hidden="0"/>
          <p:cNvPicPr>
            <a:picLocks noChangeAspect="1"/>
          </p:cNvPicPr>
          <p:nvPr isPhoto="0" userDrawn="0"/>
        </p:nvPicPr>
        <p:blipFill>
          <a:blip r:embed="rId2"/>
          <a:stretch/>
        </p:blipFill>
        <p:spPr bwMode="auto">
          <a:xfrm>
            <a:off x="7241309" y="1741053"/>
            <a:ext cx="4470399" cy="4470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Применение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838200" y="1825625"/>
            <a:ext cx="6703243" cy="4351338"/>
          </a:xfrm>
        </p:spPr>
        <p:txBody>
          <a:bodyPr/>
          <a:lstStyle/>
          <a:p>
            <a:pPr>
              <a:defRPr/>
            </a:pPr>
            <a:r>
              <a:rPr lang="ru-RU"/>
              <a:t>Самостоятельное изучение геометрии школьниками </a:t>
            </a:r>
            <a:endParaRPr/>
          </a:p>
          <a:p>
            <a:pPr>
              <a:defRPr/>
            </a:pPr>
            <a:r>
              <a:rPr lang="ru-RU"/>
              <a:t>О</a:t>
            </a:r>
            <a:r>
              <a:rPr lang="ru-RU"/>
              <a:t>тработка изученного материала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0"/>
          <p:cNvSpPr>
            <a:spLocks noGrp="1"/>
          </p:cNvSpPr>
          <p:nvPr isPhoto="0" userDrawn="0">
            <p:ph type="title" hasCustomPrompt="0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Вывод</a:t>
            </a:r>
            <a:endParaRPr lang="ru-RU"/>
          </a:p>
        </p:txBody>
      </p:sp>
      <p:sp>
        <p:nvSpPr>
          <p:cNvPr id="3" name="Объект 2" hidden="0"/>
          <p:cNvSpPr>
            <a:spLocks noGrp="1"/>
          </p:cNvSpPr>
          <p:nvPr isPhoto="0" userDrawn="0">
            <p:ph idx="1" hasCustomPrompt="0"/>
          </p:nvPr>
        </p:nvSpPr>
        <p:spPr bwMode="auto">
          <a:xfrm>
            <a:off x="838200" y="1967027"/>
            <a:ext cx="9069371" cy="4351338"/>
          </a:xfrm>
        </p:spPr>
        <p:txBody>
          <a:bodyPr/>
          <a:lstStyle/>
          <a:p>
            <a:pPr>
              <a:defRPr/>
            </a:pPr>
            <a:r>
              <a:rPr lang="ru-RU"/>
              <a:t>Простой удобный интерфейс, для людей не владеющими компьютерными навыками</a:t>
            </a:r>
            <a:endParaRPr/>
          </a:p>
          <a:p>
            <a:pPr>
              <a:defRPr/>
            </a:pPr>
            <a:r>
              <a:rPr lang="ru-RU"/>
              <a:t>М</a:t>
            </a:r>
            <a:r>
              <a:rPr lang="ru-RU"/>
              <a:t>ожет быть расширено для более сложного изучения материала, а также может быть использовано как основа (база) для разработки программ по другим школьным предметам.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 hidden="0"/>
        <p:cNvGrpSpPr/>
        <p:nvPr isPhoto="0" userDrawn="0"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Объект 4" hidden="0"/>
          <p:cNvPicPr>
            <a:picLocks noChangeAspect="1" noGrp="1"/>
          </p:cNvPicPr>
          <p:nvPr isPhoto="0" userDrawn="0">
            <p:ph idx="1" hasCustomPrompt="0"/>
          </p:nvPr>
        </p:nvPicPr>
        <p:blipFill>
          <a:blip r:embed="rId2"/>
          <a:srcRect l="26717" t="19872" r="28851" b="25929"/>
          <a:stretch/>
        </p:blipFill>
        <p:spPr bwMode="auto">
          <a:xfrm>
            <a:off x="220311" y="246379"/>
            <a:ext cx="6455764" cy="4431498"/>
          </a:xfrm>
          <a:prstGeom prst="rect">
            <a:avLst/>
          </a:prstGeom>
        </p:spPr>
      </p:pic>
      <p:pic>
        <p:nvPicPr>
          <p:cNvPr id="6" name="Рисунок 5" hidden="0"/>
          <p:cNvPicPr>
            <a:picLocks noChangeAspect="1"/>
          </p:cNvPicPr>
          <p:nvPr isPhoto="0" userDrawn="0"/>
        </p:nvPicPr>
        <p:blipFill>
          <a:blip r:embed="rId3"/>
          <a:srcRect l="26538" t="20053" r="26604" b="25262"/>
          <a:stretch/>
        </p:blipFill>
        <p:spPr bwMode="auto">
          <a:xfrm>
            <a:off x="5138152" y="2195494"/>
            <a:ext cx="6889843" cy="4522939"/>
          </a:xfrm>
          <a:prstGeom prst="rect">
            <a:avLst/>
          </a:prstGeom>
        </p:spPr>
      </p:pic>
      <p:sp>
        <p:nvSpPr>
          <p:cNvPr id="8" name="Прямоугольник 7" hidden="0"/>
          <p:cNvSpPr/>
          <p:nvPr isPhoto="0" userDrawn="0"/>
        </p:nvSpPr>
        <p:spPr bwMode="auto">
          <a:xfrm>
            <a:off x="5138152" y="2195494"/>
            <a:ext cx="6889843" cy="4522939"/>
          </a:xfrm>
          <a:prstGeom prst="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12" name="Прямая соединительная линия 11" hidden="0"/>
          <p:cNvCxnSpPr>
            <a:cxnSpLocks/>
          </p:cNvCxnSpPr>
          <p:nvPr isPhoto="0" userDrawn="0"/>
        </p:nvCxnSpPr>
        <p:spPr bwMode="auto">
          <a:xfrm>
            <a:off x="220311" y="246379"/>
            <a:ext cx="64557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 hidden="0"/>
          <p:cNvCxnSpPr>
            <a:cxnSpLocks/>
          </p:cNvCxnSpPr>
          <p:nvPr isPhoto="0" userDrawn="0"/>
        </p:nvCxnSpPr>
        <p:spPr bwMode="auto">
          <a:xfrm>
            <a:off x="6676075" y="246379"/>
            <a:ext cx="0" cy="19491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 hidden="0"/>
          <p:cNvCxnSpPr>
            <a:cxnSpLocks/>
          </p:cNvCxnSpPr>
          <p:nvPr isPhoto="0" userDrawn="0"/>
        </p:nvCxnSpPr>
        <p:spPr bwMode="auto">
          <a:xfrm>
            <a:off x="220311" y="246379"/>
            <a:ext cx="0" cy="44314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 hidden="0"/>
          <p:cNvCxnSpPr>
            <a:cxnSpLocks/>
          </p:cNvCxnSpPr>
          <p:nvPr isPhoto="0" userDrawn="0"/>
        </p:nvCxnSpPr>
        <p:spPr bwMode="auto">
          <a:xfrm>
            <a:off x="220311" y="4677878"/>
            <a:ext cx="491784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R7-Office/7.0.1.62</Application>
  <DocSecurity>0</DocSecurity>
  <PresentationFormat>Широкоэкранный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>SPecialiST RePack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Григорьева Арина</dc:title>
  <dc:subject/>
  <dc:creator>79323171746</dc:creator>
  <cp:keywords/>
  <dc:description/>
  <dc:identifier/>
  <dc:language/>
  <cp:lastModifiedBy>Арина Григорьева</cp:lastModifiedBy>
  <cp:revision>11</cp:revision>
  <dcterms:created xsi:type="dcterms:W3CDTF">2021-11-20T13:51:09Z</dcterms:created>
  <dcterms:modified xsi:type="dcterms:W3CDTF">2022-05-11T15:16:05Z</dcterms:modified>
  <cp:category/>
  <cp:contentStatus/>
  <cp:version/>
</cp:coreProperties>
</file>